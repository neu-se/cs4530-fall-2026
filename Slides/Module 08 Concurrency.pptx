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39"/>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0" r:id="rId17"/>
    <p:sldId id="784" r:id="rId18"/>
    <p:sldId id="697" r:id="rId19"/>
    <p:sldId id="262" r:id="rId20"/>
    <p:sldId id="579" r:id="rId21"/>
    <p:sldId id="691" r:id="rId22"/>
    <p:sldId id="687" r:id="rId23"/>
    <p:sldId id="679" r:id="rId24"/>
    <p:sldId id="781" r:id="rId25"/>
    <p:sldId id="680" r:id="rId26"/>
    <p:sldId id="662" r:id="rId27"/>
    <p:sldId id="658" r:id="rId28"/>
    <p:sldId id="701" r:id="rId29"/>
    <p:sldId id="695" r:id="rId30"/>
    <p:sldId id="681" r:id="rId31"/>
    <p:sldId id="682" r:id="rId32"/>
    <p:sldId id="689" r:id="rId33"/>
    <p:sldId id="544" r:id="rId34"/>
    <p:sldId id="499" r:id="rId35"/>
    <p:sldId id="550" r:id="rId36"/>
    <p:sldId id="546" r:id="rId37"/>
    <p:sldId id="604" r:id="rId3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0"/>
            <p14:sldId id="784"/>
            <p14:sldId id="697"/>
            <p14:sldId id="262"/>
            <p14:sldId id="579"/>
            <p14:sldId id="691"/>
            <p14:sldId id="687"/>
            <p14:sldId id="679"/>
            <p14:sldId id="781"/>
            <p14:sldId id="680"/>
            <p14:sldId id="662"/>
            <p14:sldId id="658"/>
            <p14:sldId id="701"/>
            <p14:sldId id="695"/>
            <p14:sldId id="681"/>
            <p14:sldId id="682"/>
            <p14:sldId id="689"/>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D0371E-6C4C-4AD0-8620-56B168A0C6F0}" v="260" dt="2026-09-26T18:57:13.969"/>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53" autoAdjust="0"/>
    <p:restoredTop sz="71966" autoAdjust="0"/>
  </p:normalViewPr>
  <p:slideViewPr>
    <p:cSldViewPr snapToGrid="0" snapToObjects="1">
      <p:cViewPr varScale="1">
        <p:scale>
          <a:sx n="56" d="100"/>
          <a:sy n="56" d="100"/>
        </p:scale>
        <p:origin x="1530" y="72"/>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modSection">
      <pc:chgData name="Mitchell Wand" userId="de9b44c55c049659" providerId="LiveId" clId="{7A9D5940-B2CC-47DD-AF5E-71219F1A1E26}" dt="2026-09-26T19:01:16.222" v="432" actId="20577"/>
      <pc:docMkLst>
        <pc:docMk/>
      </pc:docMkLst>
      <pc:sldChg chg="modNotesTx">
        <pc:chgData name="Mitchell Wand" userId="de9b44c55c049659" providerId="LiveId" clId="{7A9D5940-B2CC-47DD-AF5E-71219F1A1E26}" dt="2026-09-26T19:01:16.222" v="432" actId="20577"/>
        <pc:sldMkLst>
          <pc:docMk/>
          <pc:sldMk cId="334896783" sldId="499"/>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del mod">
          <ac:chgData name="Mitchell Wand" userId="de9b44c55c049659" providerId="LiveId" clId="{7A9D5940-B2CC-47DD-AF5E-71219F1A1E26}" dt="2026-09-26T15:47:17.913" v="16" actId="478"/>
          <ac:spMkLst>
            <pc:docMk/>
            <pc:sldMk cId="831730851" sldId="579"/>
            <ac:spMk id="6" creationId="{8A2E1089-14AD-C17B-5AC5-FE593D2A4883}"/>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pChg chg="del mod">
          <ac:chgData name="Mitchell Wand" userId="de9b44c55c049659" providerId="LiveId" clId="{7A9D5940-B2CC-47DD-AF5E-71219F1A1E26}" dt="2026-09-26T15:47:50.930" v="19" actId="478"/>
          <ac:spMkLst>
            <pc:docMk/>
            <pc:sldMk cId="831730851" sldId="579"/>
            <ac:spMk id="8" creationId="{CDA42B81-4D2A-1633-98CC-3AEAB6EEE09C}"/>
          </ac:spMkLst>
        </pc:spChg>
      </pc:sldChg>
      <pc:sldChg chg="modSp mod">
        <pc:chgData name="Mitchell Wand" userId="de9b44c55c049659" providerId="LiveId" clId="{7A9D5940-B2CC-47DD-AF5E-71219F1A1E26}" dt="2026-09-26T15:59:12.576" v="267" actId="108"/>
        <pc:sldMkLst>
          <pc:docMk/>
          <pc:sldMk cId="2188387085" sldId="658"/>
        </pc:sldMkLst>
        <pc:spChg chg="mod">
          <ac:chgData name="Mitchell Wand" userId="de9b44c55c049659" providerId="LiveId" clId="{7A9D5940-B2CC-47DD-AF5E-71219F1A1E26}" dt="2026-09-26T15:59:12.576" v="267" actId="108"/>
          <ac:spMkLst>
            <pc:docMk/>
            <pc:sldMk cId="2188387085" sldId="658"/>
            <ac:spMk id="13" creationId="{1B64EA3A-9E61-47FA-1240-B7E38B9A1B8D}"/>
          </ac:spMkLst>
        </pc:spChg>
        <pc:spChg chg="mod">
          <ac:chgData name="Mitchell Wand" userId="de9b44c55c049659" providerId="LiveId" clId="{7A9D5940-B2CC-47DD-AF5E-71219F1A1E26}" dt="2026-09-26T02:35:23.975" v="14" actId="20577"/>
          <ac:spMkLst>
            <pc:docMk/>
            <pc:sldMk cId="2188387085" sldId="658"/>
            <ac:spMk id="17" creationId="{CECC858F-855F-B805-23D7-40D0CFA0AA2D}"/>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modSp">
        <pc:chgData name="Mitchell Wand" userId="de9b44c55c049659" providerId="LiveId" clId="{7A9D5940-B2CC-47DD-AF5E-71219F1A1E26}" dt="2026-09-26T15:58:13.841" v="260"/>
        <pc:sldMkLst>
          <pc:docMk/>
          <pc:sldMk cId="1692804628" sldId="680"/>
        </pc:sldMkLst>
        <pc:spChg chg="mod">
          <ac:chgData name="Mitchell Wand" userId="de9b44c55c049659" providerId="LiveId" clId="{7A9D5940-B2CC-47DD-AF5E-71219F1A1E26}" dt="2026-09-26T15:58:13.841" v="260"/>
          <ac:spMkLst>
            <pc:docMk/>
            <pc:sldMk cId="1692804628" sldId="680"/>
            <ac:spMk id="5" creationId="{61AE052D-2915-5AC4-85A2-7B9A3F13D352}"/>
          </ac:spMkLst>
        </pc:spChg>
      </pc:sldChg>
      <pc:sldChg chg="modSp mod">
        <pc:chgData name="Mitchell Wand" userId="de9b44c55c049659" providerId="LiveId" clId="{7A9D5940-B2CC-47DD-AF5E-71219F1A1E26}" dt="2026-09-26T15:55:53.195" v="252" actId="20577"/>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ldChg>
      <pc:sldChg chg="delSp modSp mod modAnim modNotesTx">
        <pc:chgData name="Mitchell Wand" userId="de9b44c55c049659" providerId="LiveId" clId="{7A9D5940-B2CC-47DD-AF5E-71219F1A1E26}" dt="2026-09-26T18:59:06.137" v="335" actId="20577"/>
        <pc:sldMkLst>
          <pc:docMk/>
          <pc:sldMk cId="2008209886" sldId="695"/>
        </pc:sldMkLst>
        <pc:spChg chg="mod">
          <ac:chgData name="Mitchell Wand" userId="de9b44c55c049659" providerId="LiveId" clId="{7A9D5940-B2CC-47DD-AF5E-71219F1A1E26}" dt="2026-09-26T18:57:10.588" v="331"/>
          <ac:spMkLst>
            <pc:docMk/>
            <pc:sldMk cId="2008209886" sldId="695"/>
            <ac:spMk id="4" creationId="{0A9DC6B3-C52B-0E35-E5BE-5239B6039A57}"/>
          </ac:spMkLst>
        </pc:spChg>
        <pc:spChg chg="mod">
          <ac:chgData name="Mitchell Wand" userId="de9b44c55c049659" providerId="LiveId" clId="{7A9D5940-B2CC-47DD-AF5E-71219F1A1E26}" dt="2026-09-26T18:57:46.141" v="333" actId="1076"/>
          <ac:spMkLst>
            <pc:docMk/>
            <pc:sldMk cId="2008209886" sldId="695"/>
            <ac:spMk id="5" creationId="{7EEEED4A-F825-36DE-4D0D-71F249BADA7F}"/>
          </ac:spMkLst>
        </pc:spChg>
        <pc:spChg chg="del">
          <ac:chgData name="Mitchell Wand" userId="de9b44c55c049659" providerId="LiveId" clId="{7A9D5940-B2CC-47DD-AF5E-71219F1A1E26}" dt="2026-09-26T15:59:51.746" v="269" actId="478"/>
          <ac:spMkLst>
            <pc:docMk/>
            <pc:sldMk cId="2008209886" sldId="695"/>
            <ac:spMk id="6" creationId="{AD1001DB-76DD-2586-B9F2-E882C95ACD40}"/>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Sp">
        <pc:chgData name="Mitchell Wand" userId="de9b44c55c049659" providerId="LiveId" clId="{7A9D5940-B2CC-47DD-AF5E-71219F1A1E26}" dt="2026-09-26T15:59:26.405" v="268"/>
        <pc:sldMkLst>
          <pc:docMk/>
          <pc:sldMk cId="1605946853" sldId="701"/>
        </pc:sldMkLst>
        <pc:spChg chg="mod">
          <ac:chgData name="Mitchell Wand" userId="de9b44c55c049659" providerId="LiveId" clId="{7A9D5940-B2CC-47DD-AF5E-71219F1A1E26}" dt="2026-09-26T15:59:26.405" v="268"/>
          <ac:spMkLst>
            <pc:docMk/>
            <pc:sldMk cId="1605946853" sldId="701"/>
            <ac:spMk id="11" creationId="{F62C23ED-9342-ADEF-7F30-4973ECB8F17F}"/>
          </ac:spMkLst>
        </pc:spChg>
      </pc:sldChg>
      <pc:sldChg chg="del">
        <pc:chgData name="Mitchell Wand" userId="de9b44c55c049659" providerId="LiveId" clId="{7A9D5940-B2CC-47DD-AF5E-71219F1A1E26}" dt="2026-09-26T15:54:57.699" v="243" actId="2696"/>
        <pc:sldMkLst>
          <pc:docMk/>
          <pc:sldMk cId="800425666" sldId="78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28929109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050147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callbacks for promises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always returns a promise.</a:t>
            </a:r>
          </a:p>
          <a:p>
            <a:r>
              <a:rPr lang="en-US" dirty="0"/>
              <a:t>If you </a:t>
            </a:r>
            <a:r>
              <a:rPr lang="en-US" b="1" dirty="0"/>
              <a:t>await</a:t>
            </a:r>
            <a:r>
              <a:rPr lang="en-US" dirty="0"/>
              <a:t> on a promise, your program pauses its execution until async function is completed. 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76999"/>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fakeRequest</a:t>
            </a:r>
            <a:r>
              <a:rPr lang="en-US" sz="2000" dirty="0"/>
              <a:t>(2) can proceed …</a:t>
            </a:r>
          </a:p>
        </p:txBody>
      </p:sp>
      <p:sp>
        <p:nvSpPr>
          <p:cNvPr id="13" name="TextBox 12">
            <a:extLst>
              <a:ext uri="{FF2B5EF4-FFF2-40B4-BE49-F238E27FC236}">
                <a16:creationId xmlns:a16="http://schemas.microsoft.com/office/drawing/2014/main" id="{1B64EA3A-9E61-47FA-1240-B7E38B9A1B8D}"/>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lang="en-US" sz="1400" dirty="0">
                <a:solidFill>
                  <a:srgbClr val="0000FF"/>
                </a:solidFill>
                <a:latin typeface="Consolas" panose="020B0609020204030204" pitchFamily="49" charset="0"/>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1" name="TextBox 10">
            <a:extLst>
              <a:ext uri="{FF2B5EF4-FFF2-40B4-BE49-F238E27FC236}">
                <a16:creationId xmlns:a16="http://schemas.microsoft.com/office/drawing/2014/main" id="{F62C23ED-9342-ADEF-7F30-4973ECB8F17F}"/>
              </a:ext>
            </a:extLst>
          </p:cNvPr>
          <p:cNvSpPr txBox="1"/>
          <p:nvPr/>
        </p:nvSpPr>
        <p:spPr>
          <a:xfrm>
            <a:off x="381850" y="1570436"/>
            <a:ext cx="4967083" cy="2769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lvl="0" algn="l">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lang="en-US" sz="1400" dirty="0">
                <a:solidFill>
                  <a:srgbClr val="0000FF"/>
                </a:solidFill>
                <a:latin typeface="Consolas" panose="020B0609020204030204" pitchFamily="49" charset="0"/>
              </a:rPr>
              <a:t>await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 to 3</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microtask1</a:t>
            </a:r>
          </a:p>
          <a:p>
            <a:pPr algn="l"/>
            <a:r>
              <a:rPr lang="en-US" sz="2000" dirty="0">
                <a:solidFill>
                  <a:schemeClr val="tx1"/>
                </a:solidFill>
                <a:latin typeface="Verdana" panose="020B0604030504040204" pitchFamily="34" charset="0"/>
                <a:ea typeface="Verdana" panose="020B0604030504040204" pitchFamily="34" charset="0"/>
              </a:rPr>
              <a:t>running microtask2</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34184</TotalTime>
  <Words>5650</Words>
  <Application>Microsoft Office PowerPoint</Application>
  <PresentationFormat>Widescreen</PresentationFormat>
  <Paragraphs>592</Paragraphs>
  <Slides>37</Slides>
  <Notes>32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Arial</vt:lpstr>
      <vt:lpstr>Calibri</vt:lpstr>
      <vt:lpstr>Consolas</vt:lpstr>
      <vt:lpstr>Courier</vt:lpstr>
      <vt:lpstr>Helvetica Neue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Promises come in two flavors: microtasks and macrotasks</vt:lpstr>
      <vt:lpstr>Macrotasks are API calls; Microtasks are what you do after the API call returns</vt:lpstr>
      <vt:lpstr>How does JS Event Loop make this happen?</vt:lpstr>
      <vt:lpstr>By contrast, most OS's use pre-emptive multiprocessing</vt:lpstr>
      <vt:lpstr>Java vs. JS/TS</vt:lpstr>
      <vt:lpstr>A simple request</vt:lpstr>
      <vt:lpstr>Pattern for starting a concurrent computation using non-blocking I/O</vt:lpstr>
      <vt:lpstr>Three Requests, sequentially</vt:lpstr>
      <vt:lpstr>Use Promise.all to execute several requests concurrently</vt:lpstr>
      <vt:lpstr>Use Promise.all to execute several requests concurrently</vt:lpstr>
      <vt:lpstr>Why is that?  Visualizing Promise.all</vt:lpstr>
      <vt:lpstr>Running 3 concurrent fetch requests (start)</vt:lpstr>
      <vt:lpstr>Running 3 concurrent fetch requests (end)</vt:lpstr>
      <vt:lpstr>Promises have priority (Micro over Macro)</vt:lpstr>
      <vt:lpstr>Recover from errors with try/catch</vt:lpstr>
      <vt:lpstr>try/catch, continued</vt:lpstr>
      <vt:lpstr>Pattern for testing an async function</vt:lpstr>
      <vt:lpstr>Other things you should know about async</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147</cp:revision>
  <dcterms:modified xsi:type="dcterms:W3CDTF">2026-09-26T19:01:26Z</dcterms:modified>
</cp:coreProperties>
</file>