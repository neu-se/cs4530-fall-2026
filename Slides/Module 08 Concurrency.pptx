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1"/>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90" r:id="rId21"/>
    <p:sldId id="784" r:id="rId22"/>
    <p:sldId id="262" r:id="rId23"/>
    <p:sldId id="579" r:id="rId24"/>
    <p:sldId id="679" r:id="rId25"/>
    <p:sldId id="781" r:id="rId26"/>
    <p:sldId id="788" r:id="rId27"/>
    <p:sldId id="680" r:id="rId28"/>
    <p:sldId id="662" r:id="rId29"/>
    <p:sldId id="681" r:id="rId30"/>
    <p:sldId id="682" r:id="rId31"/>
    <p:sldId id="689" r:id="rId32"/>
    <p:sldId id="544" r:id="rId33"/>
    <p:sldId id="546" r:id="rId34"/>
    <p:sldId id="499" r:id="rId35"/>
    <p:sldId id="673" r:id="rId36"/>
    <p:sldId id="695" r:id="rId37"/>
    <p:sldId id="277" r:id="rId38"/>
    <p:sldId id="664" r:id="rId39"/>
    <p:sldId id="604" r:id="rId40"/>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90"/>
            <p14:sldId id="784"/>
            <p14:sldId id="262"/>
            <p14:sldId id="579"/>
            <p14:sldId id="679"/>
            <p14:sldId id="781"/>
            <p14:sldId id="788"/>
            <p14:sldId id="680"/>
            <p14:sldId id="662"/>
            <p14:sldId id="681"/>
            <p14:sldId id="682"/>
            <p14:sldId id="689"/>
            <p14:sldId id="544"/>
            <p14:sldId id="546"/>
            <p14:sldId id="499"/>
            <p14:sldId id="673"/>
            <p14:sldId id="695"/>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DDEC03-6889-4853-94DE-DFA20764CB2B}" v="13" dt="2026-09-28T21:40:19.414"/>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4431" autoAdjust="0"/>
    <p:restoredTop sz="69583" autoAdjust="0"/>
  </p:normalViewPr>
  <p:slideViewPr>
    <p:cSldViewPr snapToGrid="0" snapToObjects="1">
      <p:cViewPr varScale="1">
        <p:scale>
          <a:sx n="67" d="100"/>
          <a:sy n="67" d="100"/>
        </p:scale>
        <p:origin x="1176" y="66"/>
      </p:cViewPr>
      <p:guideLst/>
    </p:cSldViewPr>
  </p:slideViewPr>
  <p:outlineViewPr>
    <p:cViewPr>
      <p:scale>
        <a:sx n="33" d="100"/>
        <a:sy n="33" d="100"/>
      </p:scale>
      <p:origin x="0" y="-9996"/>
    </p:cViewPr>
  </p:outlineViewPr>
  <p:notesTextViewPr>
    <p:cViewPr>
      <p:scale>
        <a:sx n="3" d="2"/>
        <a:sy n="3" d="2"/>
      </p:scale>
      <p:origin x="0" y="0"/>
    </p:cViewPr>
  </p:notesTextViewPr>
  <p:sorterViewPr>
    <p:cViewPr>
      <p:scale>
        <a:sx n="120" d="100"/>
        <a:sy n="120" d="100"/>
      </p:scale>
      <p:origin x="0" y="-16944"/>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redo custSel addSld delSld modSld sldOrd modSection">
      <pc:chgData name="Mitchell Wand" userId="de9b44c55c049659" providerId="LiveId" clId="{7A9D5940-B2CC-47DD-AF5E-71219F1A1E26}" dt="2026-09-28T21:48:05.287" v="2449"/>
      <pc:docMkLst>
        <pc:docMk/>
      </pc:docMkLst>
      <pc:sldChg chg="modSp mod modShow">
        <pc:chgData name="Mitchell Wand" userId="de9b44c55c049659" providerId="LiveId" clId="{7A9D5940-B2CC-47DD-AF5E-71219F1A1E26}" dt="2026-09-28T21:47:38.997" v="2445" actId="729"/>
        <pc:sldMkLst>
          <pc:docMk/>
          <pc:sldMk cId="0" sldId="277"/>
        </pc:sldMkLst>
        <pc:spChg chg="mod">
          <ac:chgData name="Mitchell Wand" userId="de9b44c55c049659" providerId="LiveId" clId="{7A9D5940-B2CC-47DD-AF5E-71219F1A1E26}" dt="2026-09-28T19:41:59.547" v="1070" actId="6549"/>
          <ac:spMkLst>
            <pc:docMk/>
            <pc:sldMk cId="0" sldId="277"/>
            <ac:spMk id="515" creationId="{00000000-0000-0000-0000-000000000000}"/>
          </ac:spMkLst>
        </pc:spChg>
        <pc:spChg chg="mod">
          <ac:chgData name="Mitchell Wand" userId="de9b44c55c049659" providerId="LiveId" clId="{7A9D5940-B2CC-47DD-AF5E-71219F1A1E26}" dt="2026-09-28T19:42:42.546" v="1087" actId="113"/>
          <ac:spMkLst>
            <pc:docMk/>
            <pc:sldMk cId="0" sldId="277"/>
            <ac:spMk id="517" creationId="{00000000-0000-0000-0000-000000000000}"/>
          </ac:spMkLst>
        </pc:spChg>
      </pc:sldChg>
      <pc:sldChg chg="modNotesTx">
        <pc:chgData name="Mitchell Wand" userId="de9b44c55c049659" providerId="LiveId" clId="{7A9D5940-B2CC-47DD-AF5E-71219F1A1E26}" dt="2026-09-26T19:01:16.222" v="432" actId="20577"/>
        <pc:sldMkLst>
          <pc:docMk/>
          <pc:sldMk cId="334896783" sldId="499"/>
        </pc:sldMkLst>
      </pc:sldChg>
      <pc:sldChg chg="ord">
        <pc:chgData name="Mitchell Wand" userId="de9b44c55c049659" providerId="LiveId" clId="{7A9D5940-B2CC-47DD-AF5E-71219F1A1E26}" dt="2026-09-28T21:47:54.606" v="2447"/>
        <pc:sldMkLst>
          <pc:docMk/>
          <pc:sldMk cId="2192128478" sldId="546"/>
        </pc:sldMkLst>
      </pc:sldChg>
      <pc:sldChg chg="del">
        <pc:chgData name="Mitchell Wand" userId="de9b44c55c049659" providerId="LiveId" clId="{7A9D5940-B2CC-47DD-AF5E-71219F1A1E26}" dt="2026-09-28T19:46:31.637" v="1088" actId="2696"/>
        <pc:sldMkLst>
          <pc:docMk/>
          <pc:sldMk cId="1315621785" sldId="550"/>
        </pc:sldMkLst>
      </pc:sldChg>
      <pc:sldChg chg="modNotesTx">
        <pc:chgData name="Mitchell Wand" userId="de9b44c55c049659" providerId="LiveId" clId="{7A9D5940-B2CC-47DD-AF5E-71219F1A1E26}" dt="2026-09-28T18:39:47.054" v="930" actId="20577"/>
        <pc:sldMkLst>
          <pc:docMk/>
          <pc:sldMk cId="483219374" sldId="564"/>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ldChg>
      <pc:sldChg chg="delSp modSp mod modNotesTx">
        <pc:chgData name="Mitchell Wand" userId="de9b44c55c049659" providerId="LiveId" clId="{7A9D5940-B2CC-47DD-AF5E-71219F1A1E26}" dt="2026-09-28T20:51:42.746" v="1197" actId="20577"/>
        <pc:sldMkLst>
          <pc:docMk/>
          <pc:sldMk cId="4161931057" sldId="670"/>
        </pc:sldMkLst>
        <pc:spChg chg="del mod">
          <ac:chgData name="Mitchell Wand" userId="de9b44c55c049659" providerId="LiveId" clId="{7A9D5940-B2CC-47DD-AF5E-71219F1A1E26}" dt="2026-09-28T20:50:46.044" v="1150" actId="478"/>
          <ac:spMkLst>
            <pc:docMk/>
            <pc:sldMk cId="4161931057" sldId="670"/>
            <ac:spMk id="12" creationId="{FCD4A80A-3EFB-2B1F-4760-0ABED53AA03F}"/>
          </ac:spMkLst>
        </pc:spChg>
        <pc:cxnChg chg="del">
          <ac:chgData name="Mitchell Wand" userId="de9b44c55c049659" providerId="LiveId" clId="{7A9D5940-B2CC-47DD-AF5E-71219F1A1E26}" dt="2026-09-28T20:50:47.332" v="1151" actId="478"/>
          <ac:cxnSpMkLst>
            <pc:docMk/>
            <pc:sldMk cId="4161931057" sldId="670"/>
            <ac:cxnSpMk id="17" creationId="{F643AC10-1F9E-8DD3-E559-9C0F70C1BB23}"/>
          </ac:cxnSpMkLst>
        </pc:cxnChg>
      </pc:sldChg>
      <pc:sldChg chg="modSp mod modNotesTx">
        <pc:chgData name="Mitchell Wand" userId="de9b44c55c049659" providerId="LiveId" clId="{7A9D5940-B2CC-47DD-AF5E-71219F1A1E26}" dt="2026-09-28T18:14:54.667" v="725" actId="6549"/>
        <pc:sldMkLst>
          <pc:docMk/>
          <pc:sldMk cId="2478266078" sldId="672"/>
        </pc:sldMkLst>
        <pc:spChg chg="mod">
          <ac:chgData name="Mitchell Wand" userId="de9b44c55c049659" providerId="LiveId" clId="{7A9D5940-B2CC-47DD-AF5E-71219F1A1E26}" dt="2026-09-28T18:14:54.667" v="725" actId="6549"/>
          <ac:spMkLst>
            <pc:docMk/>
            <pc:sldMk cId="2478266078" sldId="672"/>
            <ac:spMk id="3" creationId="{923883D1-804C-2B0E-B307-7E10EB59752B}"/>
          </ac:spMkLst>
        </pc:spChg>
      </pc:sldChg>
      <pc:sldChg chg="addSp delSp modSp mod ord modAnim modNotesTx">
        <pc:chgData name="Mitchell Wand" userId="de9b44c55c049659" providerId="LiveId" clId="{7A9D5940-B2CC-47DD-AF5E-71219F1A1E26}" dt="2026-09-28T21:48:05.287" v="2449"/>
        <pc:sldMkLst>
          <pc:docMk/>
          <pc:sldMk cId="3282985616" sldId="673"/>
        </pc:sldMkLst>
        <pc:spChg chg="add del">
          <ac:chgData name="Mitchell Wand" userId="de9b44c55c049659" providerId="LiveId" clId="{7A9D5940-B2CC-47DD-AF5E-71219F1A1E26}" dt="2026-09-28T19:33:15.648" v="933" actId="478"/>
          <ac:spMkLst>
            <pc:docMk/>
            <pc:sldMk cId="3282985616" sldId="673"/>
            <ac:spMk id="6" creationId="{5720971E-F0F7-3450-4E7A-B5100A640C7E}"/>
          </ac:spMkLst>
        </pc:spChg>
        <pc:spChg chg="add mod">
          <ac:chgData name="Mitchell Wand" userId="de9b44c55c049659" providerId="LiveId" clId="{7A9D5940-B2CC-47DD-AF5E-71219F1A1E26}" dt="2026-09-28T19:39:10.551" v="979" actId="255"/>
          <ac:spMkLst>
            <pc:docMk/>
            <pc:sldMk cId="3282985616" sldId="673"/>
            <ac:spMk id="7" creationId="{82C92594-9535-2284-40FA-DD907B204E98}"/>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delSp modSp mod delAnim modAnim modNotesTx">
        <pc:chgData name="Mitchell Wand" userId="de9b44c55c049659" providerId="LiveId" clId="{7A9D5940-B2CC-47DD-AF5E-71219F1A1E26}" dt="2026-09-28T21:41:00.868" v="2020" actId="1076"/>
        <pc:sldMkLst>
          <pc:docMk/>
          <pc:sldMk cId="1692804628" sldId="680"/>
        </pc:sldMkLst>
        <pc:spChg chg="mod">
          <ac:chgData name="Mitchell Wand" userId="de9b44c55c049659" providerId="LiveId" clId="{7A9D5940-B2CC-47DD-AF5E-71219F1A1E26}" dt="2026-09-28T21:23:11.514" v="1786" actId="20577"/>
          <ac:spMkLst>
            <pc:docMk/>
            <pc:sldMk cId="1692804628" sldId="680"/>
            <ac:spMk id="2" creationId="{E94838D7-25A5-BD6D-3EB0-27C3E474BB42}"/>
          </ac:spMkLst>
        </pc:spChg>
        <pc:spChg chg="mod">
          <ac:chgData name="Mitchell Wand" userId="de9b44c55c049659" providerId="LiveId" clId="{7A9D5940-B2CC-47DD-AF5E-71219F1A1E26}" dt="2026-09-28T21:40:52.138" v="2019" actId="20577"/>
          <ac:spMkLst>
            <pc:docMk/>
            <pc:sldMk cId="1692804628" sldId="680"/>
            <ac:spMk id="4" creationId="{96E20820-F3F8-F753-CE7F-B002FECF2E4E}"/>
          </ac:spMkLst>
        </pc:spChg>
        <pc:spChg chg="mod">
          <ac:chgData name="Mitchell Wand" userId="de9b44c55c049659" providerId="LiveId" clId="{7A9D5940-B2CC-47DD-AF5E-71219F1A1E26}" dt="2026-09-28T21:36:46.725" v="1929" actId="20577"/>
          <ac:spMkLst>
            <pc:docMk/>
            <pc:sldMk cId="1692804628" sldId="680"/>
            <ac:spMk id="5" creationId="{61AE052D-2915-5AC4-85A2-7B9A3F13D352}"/>
          </ac:spMkLst>
        </pc:spChg>
        <pc:spChg chg="mod">
          <ac:chgData name="Mitchell Wand" userId="de9b44c55c049659" providerId="LiveId" clId="{7A9D5940-B2CC-47DD-AF5E-71219F1A1E26}" dt="2026-09-28T21:41:00.868" v="2020" actId="1076"/>
          <ac:spMkLst>
            <pc:docMk/>
            <pc:sldMk cId="1692804628" sldId="680"/>
            <ac:spMk id="6" creationId="{E0DE3C76-DED3-4E5B-DACE-9C0E5736DF97}"/>
          </ac:spMkLst>
        </pc:spChg>
        <pc:spChg chg="del">
          <ac:chgData name="Mitchell Wand" userId="de9b44c55c049659" providerId="LiveId" clId="{7A9D5940-B2CC-47DD-AF5E-71219F1A1E26}" dt="2026-09-28T21:33:25.356" v="1845" actId="478"/>
          <ac:spMkLst>
            <pc:docMk/>
            <pc:sldMk cId="1692804628" sldId="680"/>
            <ac:spMk id="7" creationId="{DF350BD1-BCBF-4053-D8F2-B89C978EAA4F}"/>
          </ac:spMkLst>
        </pc:spChg>
        <pc:spChg chg="del mod">
          <ac:chgData name="Mitchell Wand" userId="de9b44c55c049659" providerId="LiveId" clId="{7A9D5940-B2CC-47DD-AF5E-71219F1A1E26}" dt="2026-09-28T21:12:40.738" v="1676" actId="478"/>
          <ac:spMkLst>
            <pc:docMk/>
            <pc:sldMk cId="1692804628" sldId="680"/>
            <ac:spMk id="8" creationId="{E405C686-823C-80E4-002F-44E0B59C9D6B}"/>
          </ac:spMkLst>
        </pc:spChg>
      </pc:sldChg>
      <pc:sldChg chg="del">
        <pc:chgData name="Mitchell Wand" userId="de9b44c55c049659" providerId="LiveId" clId="{7A9D5940-B2CC-47DD-AF5E-71219F1A1E26}" dt="2026-09-28T20:55:40.275" v="1199" actId="2696"/>
        <pc:sldMkLst>
          <pc:docMk/>
          <pc:sldMk cId="3839594755" sldId="687"/>
        </pc:sldMkLst>
      </pc:sldChg>
      <pc:sldChg chg="delSp modSp mod">
        <pc:chgData name="Mitchell Wand" userId="de9b44c55c049659" providerId="LiveId" clId="{7A9D5940-B2CC-47DD-AF5E-71219F1A1E26}" dt="2026-09-28T20:53:43.415" v="1198" actId="478"/>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pChg chg="del">
          <ac:chgData name="Mitchell Wand" userId="de9b44c55c049659" providerId="LiveId" clId="{7A9D5940-B2CC-47DD-AF5E-71219F1A1E26}" dt="2026-09-28T20:53:43.415" v="1198" actId="478"/>
          <ac:spMkLst>
            <pc:docMk/>
            <pc:sldMk cId="684796963" sldId="691"/>
            <ac:spMk id="6" creationId="{10F73DF1-E385-26F3-57AF-14F63A03A54D}"/>
          </ac:spMkLst>
        </pc:spChg>
      </pc:sldChg>
      <pc:sldChg chg="delSp modSp mod ord modAnim modShow modNotesTx">
        <pc:chgData name="Mitchell Wand" userId="de9b44c55c049659" providerId="LiveId" clId="{7A9D5940-B2CC-47DD-AF5E-71219F1A1E26}" dt="2026-09-28T21:47:32.141" v="2444"/>
        <pc:sldMkLst>
          <pc:docMk/>
          <pc:sldMk cId="2008209886" sldId="695"/>
        </pc:sldMkLst>
        <pc:spChg chg="mod">
          <ac:chgData name="Mitchell Wand" userId="de9b44c55c049659" providerId="LiveId" clId="{7A9D5940-B2CC-47DD-AF5E-71219F1A1E26}" dt="2026-09-28T19:15:58.557" v="931"/>
          <ac:spMkLst>
            <pc:docMk/>
            <pc:sldMk cId="2008209886" sldId="695"/>
            <ac:spMk id="4" creationId="{0A9DC6B3-C52B-0E35-E5BE-5239B6039A57}"/>
          </ac:spMkLst>
        </pc:spChg>
        <pc:spChg chg="mod">
          <ac:chgData name="Mitchell Wand" userId="de9b44c55c049659" providerId="LiveId" clId="{7A9D5940-B2CC-47DD-AF5E-71219F1A1E26}" dt="2026-09-28T21:42:25.408" v="2026" actId="20577"/>
          <ac:spMkLst>
            <pc:docMk/>
            <pc:sldMk cId="2008209886" sldId="695"/>
            <ac:spMk id="5" creationId="{7EEEED4A-F825-36DE-4D0D-71F249BADA7F}"/>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NotesTx">
        <pc:chgData name="Mitchell Wand" userId="de9b44c55c049659" providerId="LiveId" clId="{7A9D5940-B2CC-47DD-AF5E-71219F1A1E26}" dt="2026-09-28T18:20:25.432" v="835" actId="20577"/>
        <pc:sldMkLst>
          <pc:docMk/>
          <pc:sldMk cId="3052690777" sldId="697"/>
        </pc:sldMkLst>
      </pc:sldChg>
      <pc:sldChg chg="addSp modSp del mod">
        <pc:chgData name="Mitchell Wand" userId="de9b44c55c049659" providerId="LiveId" clId="{7A9D5940-B2CC-47DD-AF5E-71219F1A1E26}" dt="2026-09-28T21:31:17.337" v="1834" actId="2696"/>
        <pc:sldMkLst>
          <pc:docMk/>
          <pc:sldMk cId="3887238032" sldId="700"/>
        </pc:sldMkLst>
        <pc:spChg chg="add mod">
          <ac:chgData name="Mitchell Wand" userId="de9b44c55c049659" providerId="LiveId" clId="{7A9D5940-B2CC-47DD-AF5E-71219F1A1E26}" dt="2026-09-28T19:55:16.999" v="1148" actId="20577"/>
          <ac:spMkLst>
            <pc:docMk/>
            <pc:sldMk cId="3887238032" sldId="700"/>
            <ac:spMk id="8" creationId="{91C55106-CEF7-6C47-022F-61E951C14183}"/>
          </ac:spMkLst>
        </pc:spChg>
      </pc:sldChg>
      <pc:sldChg chg="modNotesTx">
        <pc:chgData name="Mitchell Wand" userId="de9b44c55c049659" providerId="LiveId" clId="{7A9D5940-B2CC-47DD-AF5E-71219F1A1E26}" dt="2026-09-28T21:01:32.314" v="1674" actId="20577"/>
        <pc:sldMkLst>
          <pc:docMk/>
          <pc:sldMk cId="258913657" sldId="784"/>
        </pc:sldMkLst>
      </pc:sldChg>
      <pc:sldChg chg="del">
        <pc:chgData name="Mitchell Wand" userId="de9b44c55c049659" providerId="LiveId" clId="{7A9D5940-B2CC-47DD-AF5E-71219F1A1E26}" dt="2026-09-28T19:48:56.106" v="1091" actId="2696"/>
        <pc:sldMkLst>
          <pc:docMk/>
          <pc:sldMk cId="1869021926" sldId="785"/>
        </pc:sldMkLst>
      </pc:sldChg>
      <pc:sldChg chg="del">
        <pc:chgData name="Mitchell Wand" userId="de9b44c55c049659" providerId="LiveId" clId="{7A9D5940-B2CC-47DD-AF5E-71219F1A1E26}" dt="2026-09-28T19:48:32.583" v="1090" actId="2696"/>
        <pc:sldMkLst>
          <pc:docMk/>
          <pc:sldMk cId="4177944203" sldId="786"/>
        </pc:sldMkLst>
      </pc:sldChg>
      <pc:sldChg chg="add ord">
        <pc:chgData name="Mitchell Wand" userId="de9b44c55c049659" providerId="LiveId" clId="{7A9D5940-B2CC-47DD-AF5E-71219F1A1E26}" dt="2026-09-28T21:31:47.728" v="1837"/>
        <pc:sldMkLst>
          <pc:docMk/>
          <pc:sldMk cId="2527783643" sldId="788"/>
        </pc:sldMkLst>
      </pc:sldChg>
      <pc:sldChg chg="del">
        <pc:chgData name="Mitchell Wand" userId="de9b44c55c049659" providerId="LiveId" clId="{7A9D5940-B2CC-47DD-AF5E-71219F1A1E26}" dt="2026-09-28T19:48:10.240" v="1089" actId="2696"/>
        <pc:sldMkLst>
          <pc:docMk/>
          <pc:sldMk cId="3902281669" sldId="78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including the second green box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key points to highlight</a:t>
            </a:r>
          </a:p>
          <a:p>
            <a:r>
              <a:rPr lang="en-US" dirty="0"/>
              <a:t>1.  When you await, you are in some async</a:t>
            </a:r>
          </a:p>
          <a:p>
            <a:pPr marL="228600" indent="-228600">
              <a:buAutoNum type="arabicPeriod"/>
            </a:pPr>
            <a:r>
              <a:rPr lang="en-US" dirty="0"/>
              <a:t>When you await on a task, you return to </a:t>
            </a:r>
            <a:r>
              <a:rPr lang="en-US" b="1" dirty="0"/>
              <a:t>the caller of the async procedure </a:t>
            </a:r>
            <a:r>
              <a:rPr lang="en-US" dirty="0"/>
              <a:t>with a pending promise</a:t>
            </a:r>
          </a:p>
          <a:p>
            <a:pPr marL="228600" indent="-228600">
              <a:buAutoNum type="arabicPeriod"/>
            </a:pPr>
            <a:r>
              <a:rPr lang="en-US" dirty="0"/>
              <a:t>The caller </a:t>
            </a:r>
            <a:r>
              <a:rPr lang="en-US" dirty="0" err="1"/>
              <a:t>Ican</a:t>
            </a:r>
            <a:r>
              <a:rPr lang="en-US" dirty="0"/>
              <a:t>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pPr marL="171450" indent="-171450">
              <a:buFontTx/>
              <a:buChar char="-"/>
            </a:pPr>
            <a:r>
              <a:rPr lang="en-US" dirty="0"/>
              <a:t>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a:p>
            <a:pPr marL="171450" indent="-171450">
              <a:buFontTx/>
              <a:buChar char="-"/>
            </a:pPr>
            <a:endParaRPr lang="en-US" dirty="0"/>
          </a:p>
          <a:p>
            <a:pPr marL="171450" indent="-171450">
              <a:buFontTx/>
              <a:buChar char="-"/>
            </a:pPr>
            <a:r>
              <a:rPr lang="en-US" dirty="0"/>
              <a:t>We’ll talk about the “micro task queue” and “macro task queue” in a few minutes.</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through this example again. (It’s important enough to repeat).</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pPr marL="0" indent="0">
              <a:buNone/>
            </a:pPr>
            <a:endParaRPr lang="en-US" sz="800" dirty="0"/>
          </a:p>
        </p:txBody>
      </p:sp>
    </p:spTree>
    <p:extLst>
      <p:ext uri="{BB962C8B-B14F-4D97-AF65-F5344CB8AC3E}">
        <p14:creationId xmlns:p14="http://schemas.microsoft.com/office/powerpoint/2010/main" val="28929109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62632-ADD0-F309-87E6-9D8D42EBEF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E74DB0-090E-C50D-E4DF-4A418B51E3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6F1AAC-6736-6F11-BD97-D460D95BAC35}"/>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8736383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these requests started 1,then 2,then 3, but returned in order 2, then 3, then 1.</a:t>
            </a:r>
          </a:p>
          <a:p>
            <a:endParaRPr lang="en-US" dirty="0"/>
          </a:p>
        </p:txBody>
      </p:sp>
    </p:spTree>
    <p:extLst>
      <p:ext uri="{BB962C8B-B14F-4D97-AF65-F5344CB8AC3E}">
        <p14:creationId xmlns:p14="http://schemas.microsoft.com/office/powerpoint/2010/main" val="41209867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 Luckily, our standard lint setup has a rule for this.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If multiple promises are resolved, the ones in the microtask queue will always be reported first.  Here </a:t>
            </a:r>
            <a:r>
              <a:rPr lang="en-US" dirty="0" err="1"/>
              <a:t>createMacrotask</a:t>
            </a:r>
            <a:r>
              <a:rPr lang="en-US" dirty="0"/>
              <a:t> creates a new Promise, which goes on the microtask queue.  But the two microtasks will always get executed before the microtask.  (Sorry If that’s confusing; I find it nitpicky, too.  But we want to give you an accurate model of how async works in </a:t>
            </a:r>
            <a:r>
              <a:rPr lang="en-US" dirty="0" err="1"/>
              <a:t>Javascript</a:t>
            </a:r>
            <a:r>
              <a:rPr lang="en-US" dirty="0"/>
              <a:t>).</a:t>
            </a:r>
          </a:p>
        </p:txBody>
      </p:sp>
    </p:spTree>
    <p:extLst>
      <p:ext uri="{BB962C8B-B14F-4D97-AF65-F5344CB8AC3E}">
        <p14:creationId xmlns:p14="http://schemas.microsoft.com/office/powerpoint/2010/main" val="22910083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fontScale="92500"/>
          </a:bodyPr>
          <a:lstStyle/>
          <a:p>
            <a:r>
              <a:rPr lang="en-US" dirty="0"/>
              <a:t>When you ‘await’ you are inside some async procedure.</a:t>
            </a:r>
          </a:p>
          <a:p>
            <a:r>
              <a:rPr lang="en-US" dirty="0"/>
              <a:t>In the body of that procedure, if you await on some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 of the original async procedure</a:t>
            </a:r>
            <a:r>
              <a:rPr lang="en-US" dirty="0"/>
              <a:t>) with a </a:t>
            </a:r>
            <a:r>
              <a:rPr lang="en-US" b="1" i="1" dirty="0"/>
              <a:t>pending</a:t>
            </a:r>
            <a:r>
              <a:rPr lang="en-US" i="1" dirty="0"/>
              <a:t> </a:t>
            </a:r>
            <a:r>
              <a:rPr lang="en-US" dirty="0"/>
              <a:t>promise which means that some work will be completed in the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the event loop will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2" presetClass="entr" presetSubtype="1" fill="hold" grpId="0" nodeType="clickEffect">
                                  <p:stCondLst>
                                    <p:cond delay="0"/>
                                  </p:stCondLst>
                                  <p:childTnLst>
                                    <p:set>
                                      <p:cBhvr>
                                        <p:cTn id="67" dur="1" fill="hold">
                                          <p:stCondLst>
                                            <p:cond delay="0"/>
                                          </p:stCondLst>
                                        </p:cTn>
                                        <p:tgtEl>
                                          <p:spTgt spid="7"/>
                                        </p:tgtEl>
                                        <p:attrNameLst>
                                          <p:attrName>style.visibility</p:attrName>
                                        </p:attrNameLst>
                                      </p:cBhvr>
                                      <p:to>
                                        <p:strVal val="visible"/>
                                      </p:to>
                                    </p:set>
                                    <p:anim calcmode="lin" valueType="num">
                                      <p:cBhvr additive="base">
                                        <p:cTn id="68" dur="500" fill="hold"/>
                                        <p:tgtEl>
                                          <p:spTgt spid="7"/>
                                        </p:tgtEl>
                                        <p:attrNameLst>
                                          <p:attrName>ppt_x</p:attrName>
                                        </p:attrNameLst>
                                      </p:cBhvr>
                                      <p:tavLst>
                                        <p:tav tm="0">
                                          <p:val>
                                            <p:strVal val="#ppt_x"/>
                                          </p:val>
                                        </p:tav>
                                        <p:tav tm="100000">
                                          <p:val>
                                            <p:strVal val="#ppt_x"/>
                                          </p:val>
                                        </p:tav>
                                      </p:tavLst>
                                    </p:anim>
                                    <p:anim calcmode="lin" valueType="num">
                                      <p:cBhvr additive="base">
                                        <p:cTn id="69"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2" presetClass="exit" presetSubtype="1" fill="hold" grpId="1" nodeType="clickEffect">
                                  <p:stCondLst>
                                    <p:cond delay="0"/>
                                  </p:stCondLst>
                                  <p:childTnLst>
                                    <p:anim calcmode="lin" valueType="num">
                                      <p:cBhvr additive="base">
                                        <p:cTn id="73" dur="500"/>
                                        <p:tgtEl>
                                          <p:spTgt spid="7"/>
                                        </p:tgtEl>
                                        <p:attrNameLst>
                                          <p:attrName>ppt_x</p:attrName>
                                        </p:attrNameLst>
                                      </p:cBhvr>
                                      <p:tavLst>
                                        <p:tav tm="0">
                                          <p:val>
                                            <p:strVal val="ppt_x"/>
                                          </p:val>
                                        </p:tav>
                                        <p:tav tm="100000">
                                          <p:val>
                                            <p:strVal val="ppt_x"/>
                                          </p:val>
                                        </p:tav>
                                      </p:tavLst>
                                    </p:anim>
                                    <p:anim calcmode="lin" valueType="num">
                                      <p:cBhvr additive="base">
                                        <p:cTn id="74" dur="500"/>
                                        <p:tgtEl>
                                          <p:spTgt spid="7"/>
                                        </p:tgtEl>
                                        <p:attrNameLst>
                                          <p:attrName>ppt_y</p:attrName>
                                        </p:attrNameLst>
                                      </p:cBhvr>
                                      <p:tavLst>
                                        <p:tav tm="0">
                                          <p:val>
                                            <p:strVal val="ppt_y"/>
                                          </p:val>
                                        </p:tav>
                                        <p:tav tm="100000">
                                          <p:val>
                                            <p:strVal val="0-ppt_h/2"/>
                                          </p:val>
                                        </p:tav>
                                      </p:tavLst>
                                    </p:anim>
                                    <p:set>
                                      <p:cBhvr>
                                        <p:cTn id="75" dur="1" fill="hold">
                                          <p:stCondLst>
                                            <p:cond delay="499"/>
                                          </p:stCondLst>
                                        </p:cTn>
                                        <p:tgtEl>
                                          <p:spTgt spid="7"/>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grpId="1" nodeType="clickEffect">
                                  <p:stCondLst>
                                    <p:cond delay="0"/>
                                  </p:stCondLst>
                                  <p:childTnLst>
                                    <p:set>
                                      <p:cBhvr>
                                        <p:cTn id="79" dur="1" fill="hold">
                                          <p:stCondLst>
                                            <p:cond delay="0"/>
                                          </p:stCondLst>
                                        </p:cTn>
                                        <p:tgtEl>
                                          <p:spTgt spid="8"/>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F1962-CBD5-94E1-504A-74116B3E88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5EC6A1-ECAF-3BDA-708A-F9AA9C1EF161}"/>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1D893864-7F01-C7E6-0B08-00CB34233D8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611516D-15EA-3968-22EB-9D60BBA7C1EE}"/>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5ABC57DB-03F2-8172-668A-4047B1F84B55}"/>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357B9AAF-B1E1-F8BD-CC63-C9921D522D48}"/>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05967FFC-873B-A65E-3B9F-54F470CAE855}"/>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2527783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normAutofit fontScale="90000"/>
          </a:bodyPr>
          <a:lstStyle/>
          <a:p>
            <a:r>
              <a:rPr lang="en-US" dirty="0" err="1"/>
              <a:t>Promise.all</a:t>
            </a:r>
            <a:r>
              <a:rPr lang="en-US" dirty="0"/>
              <a:t> results may arrive out of order, but are always reported in the order they are listed</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8052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600" b="0" dirty="0">
                <a:solidFill>
                  <a:srgbClr val="008000"/>
                </a:solidFill>
                <a:effectLst/>
                <a:latin typeface="Consolas" panose="020B0609020204030204" pitchFamily="49" charset="0"/>
              </a:rPr>
              <a:t>// </a:t>
            </a:r>
            <a:r>
              <a:rPr lang="en-US" sz="1600" b="0" dirty="0" err="1">
                <a:solidFill>
                  <a:srgbClr val="008000"/>
                </a:solidFill>
                <a:effectLst/>
                <a:latin typeface="Consolas" panose="020B0609020204030204" pitchFamily="49" charset="0"/>
              </a:rPr>
              <a:t>realRequest</a:t>
            </a:r>
            <a:r>
              <a:rPr lang="en-US" sz="1600" b="0" dirty="0">
                <a:solidFill>
                  <a:srgbClr val="008000"/>
                </a:solidFill>
                <a:effectLst/>
                <a:latin typeface="Consolas" panose="020B0609020204030204" pitchFamily="49" charset="0"/>
              </a:rPr>
              <a:t> calls out to an external REST AP</a:t>
            </a:r>
          </a:p>
          <a:p>
            <a:pPr algn="l">
              <a:lnSpc>
                <a:spcPct val="113095"/>
              </a:lnSpc>
              <a:buNone/>
            </a:pPr>
            <a:r>
              <a:rPr lang="en-US" sz="1600" dirty="0">
                <a:solidFill>
                  <a:srgbClr val="008000"/>
                </a:solidFill>
                <a:latin typeface="Consolas" panose="020B0609020204030204" pitchFamily="49" charset="0"/>
              </a:rPr>
              <a:t>// and returns the request number + 10</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logs the request number when it starts and when it returns.</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ignores the response.</a:t>
            </a:r>
          </a:p>
          <a:p>
            <a:pPr algn="l">
              <a:lnSpc>
                <a:spcPct val="113095"/>
              </a:lnSpc>
              <a:buNone/>
            </a:pP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Since </a:t>
            </a:r>
            <a:r>
              <a:rPr lang="en-US" sz="1600" b="0" dirty="0" err="1">
                <a:solidFill>
                  <a:srgbClr val="008000"/>
                </a:solidFill>
                <a:effectLst/>
                <a:latin typeface="Consolas" panose="020B0609020204030204" pitchFamily="49" charset="0"/>
              </a:rPr>
              <a:t>realRequest</a:t>
            </a:r>
            <a:r>
              <a:rPr lang="en-US" sz="1600" b="0" dirty="0">
                <a:solidFill>
                  <a:srgbClr val="008000"/>
                </a:solidFill>
                <a:effectLst/>
                <a:latin typeface="Consolas" panose="020B0609020204030204" pitchFamily="49" charset="0"/>
              </a:rPr>
              <a:t> takes a variable amount of time, the results may return</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8000"/>
                </a:solidFill>
                <a:effectLst/>
                <a:latin typeface="Consolas" panose="020B0609020204030204" pitchFamily="49" charset="0"/>
              </a:rPr>
              <a:t>// out of order.</a:t>
            </a:r>
            <a:endParaRPr lang="en-US" sz="1600" b="0" dirty="0">
              <a:solidFill>
                <a:srgbClr val="000000"/>
              </a:solidFill>
              <a:effectLst/>
              <a:latin typeface="Consolas" panose="020B0609020204030204" pitchFamily="49" charset="0"/>
            </a:endParaRPr>
          </a:p>
          <a:p>
            <a:pPr algn="l">
              <a:lnSpc>
                <a:spcPct val="113095"/>
              </a:lnSpc>
              <a:buNone/>
            </a:pP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main() {</a:t>
            </a:r>
          </a:p>
          <a:p>
            <a:pPr algn="l">
              <a:lnSpc>
                <a:spcPct val="113095"/>
              </a:lnSpc>
              <a:buNone/>
            </a:pPr>
            <a:r>
              <a:rPr lang="en-US" sz="1600" b="0" dirty="0">
                <a:solidFill>
                  <a:srgbClr val="000000"/>
                </a:solidFill>
                <a:effectLst/>
                <a:latin typeface="Consolas" panose="020B0609020204030204" pitchFamily="49" charset="0"/>
              </a:rPr>
              <a:t>  console.log(</a:t>
            </a:r>
            <a:r>
              <a:rPr lang="en-US" sz="1600" b="0" dirty="0">
                <a:solidFill>
                  <a:srgbClr val="A31515"/>
                </a:solidFill>
                <a:effectLst/>
                <a:latin typeface="Consolas" panose="020B0609020204030204" pitchFamily="49" charset="0"/>
              </a:rPr>
              <a:t>'starting main'</a:t>
            </a:r>
            <a:r>
              <a:rPr lang="en-US" sz="1600" b="0" dirty="0">
                <a:solidFill>
                  <a:srgbClr val="000000"/>
                </a:solidFill>
                <a:effectLst/>
                <a:latin typeface="Consolas" panose="020B0609020204030204" pitchFamily="49" charset="0"/>
              </a:rPr>
              <a:t>);</a:t>
            </a:r>
          </a:p>
          <a:p>
            <a:pPr algn="l">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promises = [</a:t>
            </a:r>
            <a:r>
              <a:rPr lang="en-US" sz="1600" b="0" dirty="0" err="1">
                <a:solidFill>
                  <a:srgbClr val="000000"/>
                </a:solidFill>
                <a:effectLst/>
                <a:latin typeface="Consolas" panose="020B0609020204030204" pitchFamily="49" charset="0"/>
              </a:rPr>
              <a:t>realRequest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a:t>
            </a:r>
            <a:r>
              <a:rPr lang="en-US" sz="1600" b="0" dirty="0">
                <a:solidFill>
                  <a:srgbClr val="000000"/>
                </a:solidFill>
                <a:effectLst/>
                <a:latin typeface="Consolas" panose="020B0609020204030204" pitchFamily="49" charset="0"/>
              </a:rPr>
              <a:t>), </a:t>
            </a:r>
          </a:p>
          <a:p>
            <a:pPr algn="l">
              <a:lnSpc>
                <a:spcPct val="113095"/>
              </a:lnSpc>
              <a:buNone/>
            </a:pPr>
            <a:r>
              <a:rPr lang="en-US" sz="1600" dirty="0">
                <a:solidFill>
                  <a:srgbClr val="000000"/>
                </a:solidFill>
                <a:latin typeface="Consolas" panose="020B0609020204030204" pitchFamily="49" charset="0"/>
              </a:rPr>
              <a:t>                    </a:t>
            </a:r>
            <a:r>
              <a:rPr lang="en-US" sz="1600" b="0" dirty="0" err="1">
                <a:solidFill>
                  <a:srgbClr val="000000"/>
                </a:solidFill>
                <a:effectLst/>
                <a:latin typeface="Consolas" panose="020B0609020204030204" pitchFamily="49" charset="0"/>
              </a:rPr>
              <a:t>realRequest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2</a:t>
            </a:r>
            <a:r>
              <a:rPr lang="en-US" sz="1600" b="0" dirty="0">
                <a:solidFill>
                  <a:srgbClr val="000000"/>
                </a:solidFill>
                <a:effectLst/>
                <a:latin typeface="Consolas" panose="020B0609020204030204" pitchFamily="49" charset="0"/>
              </a:rPr>
              <a:t>),</a:t>
            </a:r>
          </a:p>
          <a:p>
            <a:pPr algn="l">
              <a:lnSpc>
                <a:spcPct val="113095"/>
              </a:lnSpc>
              <a:buNone/>
            </a:pPr>
            <a:r>
              <a:rPr lang="en-US" sz="1600" dirty="0">
                <a:solidFill>
                  <a:srgbClr val="000000"/>
                </a:solidFill>
                <a:latin typeface="Consolas" panose="020B0609020204030204" pitchFamily="49" charset="0"/>
              </a:rPr>
              <a:t>                   </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realRequest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3</a:t>
            </a:r>
            <a:r>
              <a:rPr lang="en-US" sz="1600" b="0" dirty="0">
                <a:solidFill>
                  <a:srgbClr val="000000"/>
                </a:solidFill>
                <a:effectLst/>
                <a:latin typeface="Consolas" panose="020B0609020204030204" pitchFamily="49" charset="0"/>
              </a:rPr>
              <a:t>)];</a:t>
            </a:r>
          </a:p>
          <a:p>
            <a:pPr algn="l">
              <a:lnSpc>
                <a:spcPct val="113095"/>
              </a:lnSpc>
              <a:buNone/>
            </a:pP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results = </a:t>
            </a:r>
            <a:r>
              <a:rPr lang="en-US" sz="1600" b="0" dirty="0">
                <a:solidFill>
                  <a:srgbClr val="0000FF"/>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Promise.all</a:t>
            </a:r>
            <a:r>
              <a:rPr lang="en-US" sz="1600" b="0" dirty="0">
                <a:solidFill>
                  <a:srgbClr val="000000"/>
                </a:solidFill>
                <a:effectLst/>
                <a:latin typeface="Consolas" panose="020B0609020204030204" pitchFamily="49" charset="0"/>
              </a:rPr>
              <a:t>(promises);</a:t>
            </a:r>
          </a:p>
          <a:p>
            <a:pPr algn="l">
              <a:lnSpc>
                <a:spcPct val="113095"/>
              </a:lnSpc>
              <a:buNone/>
            </a:pPr>
            <a:r>
              <a:rPr lang="en-US" sz="1600" b="0" dirty="0">
                <a:solidFill>
                  <a:srgbClr val="000000"/>
                </a:solidFill>
                <a:effectLst/>
                <a:latin typeface="Consolas" panose="020B0609020204030204" pitchFamily="49" charset="0"/>
              </a:rPr>
              <a:t>  console.log(</a:t>
            </a:r>
            <a:r>
              <a:rPr lang="en-US" sz="1600" b="0" dirty="0">
                <a:solidFill>
                  <a:srgbClr val="A31515"/>
                </a:solidFill>
                <a:effectLst/>
                <a:latin typeface="Consolas" panose="020B0609020204030204" pitchFamily="49" charset="0"/>
              </a:rPr>
              <a:t>'results:'</a:t>
            </a:r>
            <a:r>
              <a:rPr lang="en-US" sz="1600" b="0" dirty="0">
                <a:solidFill>
                  <a:srgbClr val="000000"/>
                </a:solidFill>
                <a:effectLst/>
                <a:latin typeface="Consolas" panose="020B0609020204030204" pitchFamily="49" charset="0"/>
              </a:rPr>
              <a:t>, results);</a:t>
            </a:r>
          </a:p>
          <a:p>
            <a:pPr algn="l">
              <a:lnSpc>
                <a:spcPct val="113095"/>
              </a:lnSpc>
              <a:buNone/>
            </a:pPr>
            <a:r>
              <a:rPr lang="en-US" sz="1600" b="0" dirty="0">
                <a:solidFill>
                  <a:srgbClr val="000000"/>
                </a:solidFill>
                <a:effectLst/>
                <a:latin typeface="Consolas" panose="020B0609020204030204" pitchFamily="49" charset="0"/>
              </a:rPr>
              <a:t>  console.log(</a:t>
            </a:r>
            <a:r>
              <a:rPr lang="en-US" sz="1600" b="0" dirty="0">
                <a:solidFill>
                  <a:srgbClr val="A31515"/>
                </a:solidFill>
                <a:effectLst/>
                <a:latin typeface="Consolas" panose="020B0609020204030204" pitchFamily="49" charset="0"/>
              </a:rPr>
              <a:t>'main done'</a:t>
            </a:r>
            <a:r>
              <a:rPr lang="en-US" sz="1600" b="0" dirty="0">
                <a:solidFill>
                  <a:srgbClr val="000000"/>
                </a:solidFill>
                <a:effectLst/>
                <a:latin typeface="Consolas" panose="020B0609020204030204" pitchFamily="49" charset="0"/>
              </a:rPr>
              <a:t>);</a:t>
            </a:r>
          </a:p>
          <a:p>
            <a:pPr algn="l">
              <a:lnSpc>
                <a:spcPct val="113095"/>
              </a:lnSpc>
              <a:buNone/>
            </a:pPr>
            <a:r>
              <a:rPr lang="en-US" sz="1600" b="0" dirty="0">
                <a:solidFill>
                  <a:srgbClr val="000000"/>
                </a:solidFill>
                <a:effectLst/>
                <a:latin typeface="Consolas" panose="020B0609020204030204" pitchFamily="49" charset="0"/>
              </a:rPr>
              <a:t>}</a:t>
            </a:r>
          </a:p>
          <a:p>
            <a:pPr algn="l">
              <a:lnSpc>
                <a:spcPct val="113095"/>
              </a:lnSpc>
              <a:buNone/>
            </a:pPr>
            <a:r>
              <a:rPr lang="en-US" sz="1600" b="0" dirty="0">
                <a:solidFill>
                  <a:srgbClr val="0000FF"/>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timeIt</a:t>
            </a:r>
            <a:r>
              <a:rPr lang="en-US" sz="16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924458" y="205412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outOfOrderReturns.ts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a:solidFill>
                  <a:schemeClr val="tx1"/>
                </a:solidFill>
                <a:latin typeface="Verdana" panose="020B0604030504040204" pitchFamily="34" charset="0"/>
                <a:ea typeface="Verdana" panose="020B0604030504040204" pitchFamily="34" charset="0"/>
              </a:rPr>
              <a:t>request 1 started</a:t>
            </a:r>
          </a:p>
          <a:p>
            <a:pPr algn="l"/>
            <a:r>
              <a:rPr lang="en-US" sz="2000" dirty="0">
                <a:solidFill>
                  <a:schemeClr val="tx1"/>
                </a:solidFill>
                <a:latin typeface="Verdana" panose="020B0604030504040204" pitchFamily="34" charset="0"/>
                <a:ea typeface="Verdana" panose="020B0604030504040204" pitchFamily="34" charset="0"/>
              </a:rPr>
              <a:t>request 2 started</a:t>
            </a:r>
          </a:p>
          <a:p>
            <a:pPr algn="l"/>
            <a:r>
              <a:rPr lang="en-US" sz="2000" dirty="0">
                <a:solidFill>
                  <a:schemeClr val="tx1"/>
                </a:solidFill>
                <a:latin typeface="Verdana" panose="020B0604030504040204" pitchFamily="34" charset="0"/>
                <a:ea typeface="Verdana" panose="020B0604030504040204" pitchFamily="34" charset="0"/>
              </a:rPr>
              <a:t>request 3 started</a:t>
            </a:r>
          </a:p>
          <a:p>
            <a:pPr algn="l"/>
            <a:r>
              <a:rPr lang="en-US" sz="2000" dirty="0">
                <a:solidFill>
                  <a:schemeClr val="tx1"/>
                </a:solidFill>
                <a:latin typeface="Verdana" panose="020B0604030504040204" pitchFamily="34" charset="0"/>
                <a:ea typeface="Verdana" panose="020B0604030504040204" pitchFamily="34" charset="0"/>
              </a:rPr>
              <a:t>request 2 returned 12</a:t>
            </a:r>
          </a:p>
          <a:p>
            <a:pPr algn="l"/>
            <a:r>
              <a:rPr lang="en-US" sz="2000" dirty="0">
                <a:solidFill>
                  <a:schemeClr val="tx1"/>
                </a:solidFill>
                <a:latin typeface="Verdana" panose="020B0604030504040204" pitchFamily="34" charset="0"/>
                <a:ea typeface="Verdana" panose="020B0604030504040204" pitchFamily="34" charset="0"/>
              </a:rPr>
              <a:t>request 1 returned 11</a:t>
            </a:r>
          </a:p>
          <a:p>
            <a:pPr algn="l"/>
            <a:r>
              <a:rPr lang="en-US" sz="2000" dirty="0">
                <a:solidFill>
                  <a:schemeClr val="tx1"/>
                </a:solidFill>
                <a:latin typeface="Verdana" panose="020B0604030504040204" pitchFamily="34" charset="0"/>
                <a:ea typeface="Verdana" panose="020B0604030504040204" pitchFamily="34" charset="0"/>
              </a:rPr>
              <a:t>request 3 returned 13</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254.60 msec</a:t>
            </a: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6388877" y="276507"/>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outOfOrderReturns.ts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
        <p:nvSpPr>
          <p:cNvPr id="7" name="Hexagon 6">
            <a:extLst>
              <a:ext uri="{FF2B5EF4-FFF2-40B4-BE49-F238E27FC236}">
                <a16:creationId xmlns:a16="http://schemas.microsoft.com/office/drawing/2014/main" id="{82C92594-9535-2284-40FA-DD907B204E98}"/>
              </a:ext>
            </a:extLst>
          </p:cNvPr>
          <p:cNvSpPr/>
          <p:nvPr/>
        </p:nvSpPr>
        <p:spPr>
          <a:xfrm>
            <a:off x="6096000" y="1635191"/>
            <a:ext cx="4663440" cy="4058767"/>
          </a:xfrm>
          <a:prstGeom prst="hexagon">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800" b="1" dirty="0">
                <a:solidFill>
                  <a:schemeClr val="bg1"/>
                </a:solidFill>
              </a:rPr>
              <a:t>Lint says:</a:t>
            </a:r>
          </a:p>
          <a:p>
            <a:r>
              <a:rPr lang="en-US" sz="9600" b="1" dirty="0">
                <a:solidFill>
                  <a:schemeClr val="bg1"/>
                </a:solidFill>
              </a:rPr>
              <a:t>STOP</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executing microtask1</a:t>
            </a:r>
          </a:p>
          <a:p>
            <a:pPr algn="l"/>
            <a:r>
              <a:rPr lang="en-US" sz="2000" dirty="0">
                <a:solidFill>
                  <a:schemeClr val="tx1"/>
                </a:solidFill>
                <a:latin typeface="Verdana" panose="020B0604030504040204" pitchFamily="34" charset="0"/>
                <a:ea typeface="Verdana" panose="020B0604030504040204" pitchFamily="34" charset="0"/>
              </a:rPr>
              <a:t>executing microtask2</a:t>
            </a:r>
          </a:p>
          <a:p>
            <a:pPr algn="l"/>
            <a:r>
              <a:rPr lang="en-US" sz="2000" dirty="0">
                <a:solidFill>
                  <a:schemeClr val="tx1"/>
                </a:solidFill>
                <a:latin typeface="Verdana" panose="020B0604030504040204" pitchFamily="34" charset="0"/>
                <a:ea typeface="Verdana" panose="020B0604030504040204" pitchFamily="34" charset="0"/>
              </a:rPr>
              <a:t>executing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Review of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b="1" dirty="0"/>
              <a:t>Await</a:t>
            </a:r>
            <a:r>
              <a:rPr lang="en-US" dirty="0"/>
              <a:t> async procedures only from other async functions or from the top level.</a:t>
            </a:r>
          </a:p>
          <a:p>
            <a:r>
              <a:rPr lang="en-US" dirty="0"/>
              <a:t>You can’t return a value from a promise to an ordinary procedure.</a:t>
            </a:r>
          </a:p>
          <a:p>
            <a:pPr lvl="1"/>
            <a:r>
              <a:rPr lang="en-US" dirty="0"/>
              <a:t>You can only send the value to another promise that is awaiting it.</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39</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34605</TotalTime>
  <Words>5710</Words>
  <Application>Microsoft Office PowerPoint</Application>
  <PresentationFormat>Widescreen</PresentationFormat>
  <Paragraphs>614</Paragraphs>
  <Slides>39</Slides>
  <Notes>35</Notes>
  <HiddenSlides>3</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39</vt:i4>
      </vt:variant>
    </vt:vector>
  </HeadingPairs>
  <TitlesOfParts>
    <vt:vector size="48" baseType="lpstr">
      <vt:lpstr>Arial</vt:lpstr>
      <vt:lpstr>Calibri</vt:lpstr>
      <vt:lpstr>Consolas</vt:lpstr>
      <vt:lpstr>Courier</vt:lpstr>
      <vt:lpstr>Helvetica Neue</vt:lpstr>
      <vt:lpstr>Ink Free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Use Promise.all to execute several requests concurrently</vt:lpstr>
      <vt:lpstr>Use Promise.all to execute several requests concurrently</vt:lpstr>
      <vt:lpstr>Promise.all results may arrive out of order, but are always reported in the order they are listed</vt:lpstr>
      <vt:lpstr>Why is that?  Visualizing Promise.all</vt:lpstr>
      <vt:lpstr>Recover from errors with try/catch</vt:lpstr>
      <vt:lpstr>try/catch, continued</vt:lpstr>
      <vt:lpstr>Pattern for testing an async function</vt:lpstr>
      <vt:lpstr>Other things you should know about async</vt:lpstr>
      <vt:lpstr>async doesn't eliminate data races</vt:lpstr>
      <vt:lpstr>Async/await code is compiled into promise/then code. Using await is preferred</vt:lpstr>
      <vt:lpstr>AntiPattern: unawaited promise</vt:lpstr>
      <vt:lpstr>Promises have priority (Micro over Macro)</vt:lpstr>
      <vt:lpstr>Review of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149</cp:revision>
  <dcterms:modified xsi:type="dcterms:W3CDTF">2026-09-28T21:48:16Z</dcterms:modified>
</cp:coreProperties>
</file>